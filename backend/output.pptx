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NISSAN MAXIMA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Excellence &amp; Performance Innovation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Kawa, Blnd Sarbast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Esen babab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05/04/2026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8288"/>
            <a:ext cx="548640" cy="36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 &amp; Key Insights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1C1C1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645920"/>
          </a:xfrm>
          <a:prstGeom prst="rect">
            <a:avLst/>
          </a:prstGeom>
          <a:solidFill>
            <a:srgbClr val="1C1C1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280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310 hp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51760" y="18288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Power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645920"/>
          </a:xfrm>
          <a:prstGeom prst="rect">
            <a:avLst/>
          </a:prstGeom>
          <a:solidFill>
            <a:srgbClr val="1C1C1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80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4.9s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0-60 Time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20240" cy="1645920"/>
          </a:xfrm>
          <a:prstGeom prst="rect">
            <a:avLst/>
          </a:prstGeom>
          <a:solidFill>
            <a:srgbClr val="1C1C1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280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$34k+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858000" y="18288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Nissan Maxima represents decades of automotive innovation, combining luxury sedan comfort with performance-oriented engineering. This presentation explores its design philosophy, technical specifications, market positioning, and cultural impact.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8288"/>
            <a:ext cx="548640" cy="36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Historical Evolution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20040" cy="320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1981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1097280"/>
            <a:ext cx="18288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097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Inaugural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generation launches in Japan as a luxury mid-size sedan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320040" cy="320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39112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1989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1965960"/>
            <a:ext cx="18288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Expansion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221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to North American markets with V6 engine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320040" cy="320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07792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2834640"/>
            <a:ext cx="18288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834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Renaissance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090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Sixth generation debuts with modern proportions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320040" cy="320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76472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97280" y="3703320"/>
            <a:ext cx="18288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703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Era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959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generation emphasizes tech and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8288"/>
            <a:ext cx="548640" cy="36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Specifications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57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3.5L VQ V6 Twin Turbo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143000"/>
            <a:ext cx="5669280" cy="1828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457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Horsepower: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hp @ 6,400 RPM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1737360"/>
            <a:ext cx="5669280" cy="1828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3120"/>
            <a:ext cx="457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Torque: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lb-ft @ 4,400 RPM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331720"/>
            <a:ext cx="5669280" cy="1828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97480"/>
            <a:ext cx="457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97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Transmission: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8-Speed Automatic CVT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2926080"/>
            <a:ext cx="5669280" cy="1828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91840"/>
            <a:ext cx="457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0-60 Acceleration: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seconds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3520440"/>
            <a:ext cx="5669280" cy="1828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86200"/>
            <a:ext cx="4572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86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Speed: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mph (electronically limited)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17520" y="4114800"/>
            <a:ext cx="5669280" cy="1828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8288"/>
            <a:ext cx="548640" cy="36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&amp; Aerodynamics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2651760" cy="4114800"/>
          </a:xfrm>
          <a:prstGeom prst="rect">
            <a:avLst/>
          </a:prstGeom>
          <a:solidFill>
            <a:srgbClr val="1C1C1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685800"/>
            <a:ext cx="73152" cy="4114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Exterior Styling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front grille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Sculpted body lines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lighting suite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18-20 inch wheels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685800"/>
            <a:ext cx="2651760" cy="4114800"/>
          </a:xfrm>
          <a:prstGeom prst="rect">
            <a:avLst/>
          </a:prstGeom>
          <a:solidFill>
            <a:srgbClr val="1C1C1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685800"/>
            <a:ext cx="73152" cy="4114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Interior Comfort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leather upholstery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Heated/cooled seats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 sunroof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Dual-zone climate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685800"/>
            <a:ext cx="2651760" cy="4114800"/>
          </a:xfrm>
          <a:prstGeom prst="rect">
            <a:avLst/>
          </a:prstGeom>
          <a:solidFill>
            <a:srgbClr val="1C1C1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685800"/>
            <a:ext cx="73152" cy="4114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Aerodynamic Tech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 Cd drag coefficient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Underbody panels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air vents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spoiler design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8288"/>
            <a:ext cx="548640" cy="36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&amp; Safety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Rating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234440"/>
            <a:ext cx="5486400" cy="2286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234440"/>
            <a:ext cx="4663440" cy="228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188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2057400"/>
            <a:ext cx="5486400" cy="2286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2057400"/>
            <a:ext cx="5047488" cy="228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011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Comfort 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2880360"/>
            <a:ext cx="5486400" cy="2286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2880360"/>
            <a:ext cx="4828032" cy="228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8346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Idx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3703320"/>
            <a:ext cx="5486400" cy="2286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3703320"/>
            <a:ext cx="4334256" cy="228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3657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safety features include adaptive cruise control, lane departure warning, blind-spot monitoring, and emergency automated braking.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8288"/>
            <a:ext cx="548640" cy="36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Positioning &amp; Competition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8229600" cy="18288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Model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Segment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Price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Rating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8288"/>
            <a:ext cx="548640" cy="36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73152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82296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Excellence: Twin-turbo V6 delivers 310hp with refined luxury sedan comfort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&amp; Innovation: 42 years of continuous evolution and market adaptation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73152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974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5603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Value: Positioned as premium performance sedan under luxury price points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73152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661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42900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Outlook: Advancing toward electrification while maintaining performance DNA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18288"/>
            <a:ext cx="548640" cy="36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36576" cy="5486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858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Motor Corporation. (2023). Maxima Official Technical Specifications. Retrieved from nissan.com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36576" cy="5486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075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Engineering Standards Board. (2022). Performance Benchmarking in Mid-Size Luxury Sedans.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9384"/>
            <a:ext cx="36576" cy="5486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9384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Reports Annual Review. (2023). Nissan Maxima Reliability &amp; Owner Satisfaction Metrics.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36576" cy="5486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5117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International. (2023). Advanced Safety Systems in Modern Sedans: Standards &amp; Implementation.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36576" cy="5486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7296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Davies, M., et al. (2021). Evolution of Japanese Automotive Design Philosophy 1980-2023. Journal of Industrial Design, 45(3), 234-251.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36576" cy="5486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94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Yamamoto, K. (2022). Aerodynamic Optimization in Performance Luxury Vehicles. Tokyo Tech Press.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6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Nissan Maxima: Where Performance Meets Sophistication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Kawa, Blnd Sarbast | Esen babab | 05/04/2026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2026-04-05T20:09:00Z</dcterms:created>
  <dcterms:modified xsi:type="dcterms:W3CDTF">2026-04-05T20:09:00Z</dcterms:modified>
</cp:coreProperties>
</file>