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"/>
  </p:notesMasterIdLst>
  <p:sldSz cx="14630400" cy="8229600"/>
  <p:notesSz cx="8229600" cy="146304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96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CF66E4-C401-4D68-BA5F-9FF324C79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4112" y="1090612"/>
            <a:ext cx="12312505" cy="56530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406FD4-7B29-4BBB-899B-2B2FA9885A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1968" y="1298575"/>
            <a:ext cx="8697191" cy="54562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910299E-1478-4EC1-8C19-669E39F253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0945" y="1298575"/>
            <a:ext cx="4758893" cy="54562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4708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9040858B-59F7-466D-95DF-A51E931DDC3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9399" y="944851"/>
            <a:ext cx="5455373" cy="384535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777BD1-6372-419F-8AA4-85849A0E95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96580" y="1787815"/>
            <a:ext cx="7212012" cy="29924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BE4C59-414C-4E22-85D1-305977FB3F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9113" y="5527675"/>
            <a:ext cx="13389479" cy="1684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 l</dc:creator>
  <cp:lastModifiedBy>ASUS</cp:lastModifiedBy>
  <cp:revision>3</cp:revision>
  <dcterms:created xsi:type="dcterms:W3CDTF">2026-04-03T18:35:27Z</dcterms:created>
  <dcterms:modified xsi:type="dcterms:W3CDTF">2026-04-03T19:10:50Z</dcterms:modified>
</cp:coreProperties>
</file>